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11F345-5D56-422E-A597-6A2B35BF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C334-4138-4367-9F04-9267983E7B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2E2ED4-01ED-46D8-AFB7-B9C33070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CDA2F-804D-4A36-B320-256E471F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0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98014-8D43-4B1C-87F8-2AD47E80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F1909-1276-4D0B-ADC3-F0FF5DB1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371F9-5060-46B5-A4CA-FA692089C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2C334-4138-4367-9F04-9267983E7B9E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E68B9-28E9-485A-A560-8A3B34D7E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09353-7378-4B28-A5C1-58548A738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7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Office fidelity / </a:t>
            </a:r>
            <a:r>
              <a:rPr lang="zh-CN" sz="5870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中文排版</a:t>
            </a:r>
            <a:endParaRPr lang="en-US" sz="58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587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Code Background Rectangle 3"/>
          <p:cNvSpPr/>
          <p:nvPr/>
        </p:nvSpPr>
        <p:spPr>
          <a:xfrm>
            <a:off x="6038656" y="1155424"/>
            <a:ext cx="1923272" cy="298174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" name="Visible Native Text 4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2935"/>
          </a:p>
        </p:txBody>
      </p:sp>
      <p:sp>
        <p:nvSpPr>
          <p:cNvPr id="5" name="Visible Native Text 5"/>
          <p:cNvSpPr txBox="1"/>
          <p:nvPr/>
        </p:nvSpPr>
        <p:spPr>
          <a:xfrm>
            <a:off x="696686" y="1143000"/>
            <a:ext cx="10798629" cy="3105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buNone/>
            </a:pPr>
            <a:r>
              <a:rPr lang="en-US" sz="1722" b="1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Bold </a:t>
            </a:r>
            <a:r>
              <a:rPr lang="zh-CN" sz="1722" b="1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 and regular Latin share a baseline. Inline </a:t>
            </a:r>
            <a:r>
              <a:rPr lang="en-US" sz="1550">
                <a:solidFill>
                  <a:srgbClr val="000000"/>
                </a:solidFill>
                <a:latin typeface="DejaVu Sans Mono"/>
                <a:ea typeface="DejaVu Sans Mono"/>
                <a:cs typeface="Aptos"/>
              </a:rPr>
              <a:t>const retry = 3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 must remain readable.</a:t>
            </a:r>
            <a:endParaRPr lang="en-US" sz="1722"/>
          </a:p>
        </p:txBody>
      </p:sp>
      <p:sp>
        <p:nvSpPr>
          <p:cNvPr id="6" name="Visible Native Text 6"/>
          <p:cNvSpPr txBox="1"/>
          <p:nvPr/>
        </p:nvSpPr>
        <p:spPr>
          <a:xfrm>
            <a:off x="981269" y="1702076"/>
            <a:ext cx="1855042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First item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第一项</a:t>
            </a:r>
            <a:endParaRPr lang="en-US" sz="1722"/>
          </a:p>
        </p:txBody>
      </p:sp>
      <p:sp>
        <p:nvSpPr>
          <p:cNvPr id="7" name="Visible Native Text 7"/>
          <p:cNvSpPr txBox="1"/>
          <p:nvPr/>
        </p:nvSpPr>
        <p:spPr>
          <a:xfrm>
            <a:off x="981269" y="2095759"/>
            <a:ext cx="10231016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A second item with enough text to wrap onto another line without a second bullet or overlapping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981269" y="2489442"/>
            <a:ext cx="1235917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paragraphs.</a:t>
            </a:r>
            <a:endParaRPr lang="en-US" sz="1722"/>
          </a:p>
        </p:txBody>
      </p:sp>
      <p:sp>
        <p:nvSpPr>
          <p:cNvPr id="9" name="Visible Native Text 9"/>
          <p:cNvSpPr txBox="1"/>
          <p:nvPr/>
        </p:nvSpPr>
        <p:spPr>
          <a:xfrm>
            <a:off x="696686" y="3032211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buNone/>
            </a:pPr>
            <a:r>
              <a:rPr lang="en-US" sz="1722">
                <a:solidFill>
                  <a:srgbClr val="000000"/>
                </a:solidFill>
                <a:latin typeface="Notemd Deliberately Missing Font"/>
                <a:ea typeface="Notemd Deliberately Missing Font"/>
                <a:cs typeface="Aptos"/>
              </a:rPr>
              <a:t>Missing-font fallback: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缺字回退仍然可编辑。</a:t>
            </a:r>
            <a:endParaRPr lang="en-US" sz="172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58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Visible Native Table 4"/>
          <p:cNvGraphicFramePr/>
          <p:nvPr>
            <p:extLst>
              <p:ext uri="{D42A27DB-BD31-4B8C-83A1-F6EECF244321}">
                <p14:modId xmlns:p14="http://schemas.microsoft.com/office/powerpoint/2010/main" val="1483070794"/>
              </p:ext>
            </p:extLst>
          </p:nvPr>
        </p:nvGraphicFramePr>
        <p:xfrm>
          <a:off x="696686" y="944217"/>
          <a:ext cx="10798629" cy="2881765"/>
        </p:xfrm>
        <a:graphic>
          <a:graphicData uri="http://schemas.openxmlformats.org/drawingml/2006/table">
            <a:tbl>
              <a:tblPr/>
              <a:tblGrid>
                <a:gridCol w="148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4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627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Contract verified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English and Chinese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Status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Cancellation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晚到响应不能重新写入文件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Recovery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Keep externally edited content and retain the recoverable preimage.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435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Bounds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Long cell text wraps inside the cell with padding on every side.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这段中文不能覆盖相邻单元格。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Review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Visible Native Table 5"/>
          <p:cNvGraphicFramePr/>
          <p:nvPr/>
        </p:nvGraphicFramePr>
        <p:xfrm>
          <a:off x="696686" y="3825983"/>
          <a:ext cx="10798629" cy="1276945"/>
        </p:xfrm>
        <a:graphic>
          <a:graphicData uri="http://schemas.openxmlformats.org/drawingml/2006/table">
            <a:tbl>
              <a:tblPr/>
              <a:tblGrid>
                <a:gridCol w="5184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351">
                <a:tc gridSpan="2"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Merged header /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合并标题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594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Left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左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Right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右</a:t>
                      </a:r>
                      <a:endParaRPr lang="en-US" sz="1722"/>
                    </a:p>
                  </a:txBody>
                  <a:tcPr marL="99527" marR="49763" marT="74543" marB="74543" anchor="ctr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29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587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Decorative Rectangle 3"/>
          <p:cNvSpPr/>
          <p:nvPr/>
        </p:nvSpPr>
        <p:spPr>
          <a:xfrm>
            <a:off x="696686" y="944217"/>
            <a:ext cx="8708571" cy="2733261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Native Decorative Rectangle 4"/>
          <p:cNvSpPr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Native Decorative Rectangle 5"/>
          <p:cNvSpPr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" name="Visible Native Text 6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2935"/>
          </a:p>
        </p:txBody>
      </p:sp>
      <p:sp>
        <p:nvSpPr>
          <p:cNvPr id="7" name="Visible Native Text 7"/>
          <p:cNvSpPr txBox="1"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FFFFFF"/>
                </a:solidFill>
                <a:latin typeface="Noto Sans"/>
                <a:ea typeface="Noto Sans"/>
                <a:cs typeface="Aptos"/>
              </a:rPr>
              <a:t>Background layer / </a:t>
            </a:r>
            <a:r>
              <a:rPr lang="zh-CN" sz="1722">
                <a:solidFill>
                  <a:srgbClr val="FFFFFF"/>
                </a:solidFill>
                <a:latin typeface="Microsoft YaHei"/>
                <a:ea typeface="Microsoft YaHei"/>
                <a:cs typeface="Aptos"/>
              </a:rPr>
              <a:t>背层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Foreground layer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前层</a:t>
            </a:r>
            <a:endParaRPr lang="en-US" sz="172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587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2935"/>
          </a:p>
        </p:txBody>
      </p:sp>
      <p:sp>
        <p:nvSpPr>
          <p:cNvPr id="4" name="Visible Native Text 4"/>
          <p:cNvSpPr txBox="1"/>
          <p:nvPr/>
        </p:nvSpPr>
        <p:spPr>
          <a:xfrm>
            <a:off x="696686" y="2624358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Mermaid geometry remains an explicit image fallback. Surrounding text stays editable.</a:t>
            </a:r>
            <a:endParaRPr lang="en-US" sz="1722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5680399" y="3081130"/>
            <a:ext cx="808847" cy="496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buNone/>
            </a:pPr>
            <a:r>
              <a:rPr lang="en-US" sz="35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End</a:t>
            </a:r>
            <a:endParaRPr lang="en-US" sz="35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 panose="020F0502020204030204"/>
        <a:ea typeface="Microsoft YaHei"/>
        <a:cs typeface="Noto Sans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 panose="020F0502020204030204"/>
        <a:ea typeface="Microsoft YaHei"/>
        <a:cs typeface="DejaVu Sans Mon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宽屏</PresentationFormat>
  <Paragraphs>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</vt:lpstr>
      <vt:lpstr>Notemd Deliberately Missing Font</vt:lpstr>
      <vt:lpstr>Arial</vt:lpstr>
      <vt:lpstr>DejaVu Sans Mono</vt:lpstr>
      <vt:lpstr>Noto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export/_slidev-sources/pptx-office-fidelity.slidev.md</dc:title>
  <dc:creator>NoteMD</dc:creator>
  <cp:lastModifiedBy>jacob</cp:lastModifiedBy>
  <cp:revision>1</cp:revision>
  <dcterms:created xsi:type="dcterms:W3CDTF">2026-09-13T00:13:59Z</dcterms:created>
  <dcterms:modified xsi:type="dcterms:W3CDTF">2026-09-13T00:19:30Z</dcterms:modified>
</cp:coreProperties>
</file>